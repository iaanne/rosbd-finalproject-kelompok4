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REAL-TIME MONITORING TREN DEDOLARISASI</a:t>
            </a:r>
          </a:p>
          <a:p>
            <a:pPr>
              <a:spcBef>
                <a:spcPts val="1400"/>
              </a:spcBef>
              <a:defRPr sz="2200" b="1">
                <a:solidFill>
                  <a:srgbClr val="60A5FA"/>
                </a:solidFill>
                <a:latin typeface="Segoe UI"/>
              </a:defRPr>
            </a:pPr>
            <a:r>
              <a:t>dan Dampaknya terhadap Stabilitas Mata Uang ASEAN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0"/>
            <a:ext cx="10820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Segoe UI"/>
              </a:defRPr>
            </a:pPr>
            <a:r>
              <a:t>PROJEK AKHIR KELOMPOK 4  |  KELAS ROSBD 4B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Anggota: Jimly Syahbatin (L0224033)  •  Nadhifa Sakha Tri Yasmin (L0224036)  •  Adrian Farrel Aziz Yatyoga (L0224040)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Program Studi Sains Data  •  Fakultas Matematika dan Ilmu Pengetahuan Alam  •  Universitas Sebelas Maret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LATAR BELAKANG &amp; URGENSI PROJEK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Fenomena Dedolarisasi Global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Porsi USD dalam devisa global turun drastis dari 73% (2001) ke 58% (2024).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BRICS Plus aktif mengampanyekan Local Currency Settlement (LCS) untuk transaksi dagang.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Indonesia &amp; China telah memulai inisiatif transaksi langsung Rupiah-Yuan sejak 2023.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Risiko ketergantungan moneter terhadap AS mendorong pencarian diversifikasi cadangan.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Dampak &amp; Kebutuhan Monitoring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Suku bunga Fed Rate terbukti memicu guncangan volatilitas paling kuat di pasar forex ASEAN.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Rezim nilai tukar negara ASEAN yang beragam menghasilkan intensitas respons yang berbeda.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Kebutuhan analisis streaming 24 jam untuk melacak ko-pergerakan nilai tukar regional.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Penyediaan indikator peringatan dini (early warning) untuk stabilitas makroekonomi.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RUMUSAN &amp; BATASAN MASALAH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Rumusan Masalah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Bagaimana membangun infrastruktur data real-time berbasis arsitektur Big Data untuk data Forex?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Bagaimana mengelompokkan pola ko-pergerakan mata uang ASEAN terhadap korelasi USD dan CNY?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Bagaimana mendeteksi tingkat kerentanan mata uang Rupiah secara dini menggunakan machine learning?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Batasan Masalah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Data terfokus pada 6 mata uang ASEAN (IDR, MYR, SGD, THB, PHP, VND), CNY, DXY, &amp; Gold.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Sumber data secara real-time ditarik dari Yahoo Finance API via library yfinance.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Algoritma machine learning dibatasi pada metode K-Means &amp; DBSCAN (deteksi outlier).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Stack teknologi Big Data meliputi Kafka, Spark Streaming, Cassandra, Elasticsearch, FastAPI, &amp; Streamlit.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METODOLOGI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Penelitian ini menggunakan metodologi pengembangan sistem Big Data iteratif yang disesuaikan untuk kebutuhan pemrosesan data aliran (stream). Tahapan metodologi meliputi: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9202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600"/>
              </a:spcAft>
              <a:defRPr sz="2600" b="1">
                <a:solidFill>
                  <a:srgbClr val="3B82F6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  <a:latin typeface="Segoe UI"/>
              </a:defRPr>
            </a:pPr>
            <a:r>
              <a:t>Identifikasi &amp; Pengumpulan Data</a:t>
            </a:r>
          </a:p>
          <a:p>
            <a:pPr>
              <a:spcBef>
                <a:spcPts val="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Menentukan parameter data keuangan yang relevan (kurs ASEAN, CNY, DXY, Emas) dan menghubungkannya dengan Yahoo Finance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920240"/>
            <a:ext cx="19202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600"/>
              </a:spcAft>
              <a:defRPr sz="2600" b="1">
                <a:solidFill>
                  <a:srgbClr val="3B82F6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  <a:latin typeface="Segoe UI"/>
              </a:defRPr>
            </a:pPr>
            <a:r>
              <a:t>Perancangan Arsitektur Sistem</a:t>
            </a:r>
          </a:p>
          <a:p>
            <a:pPr>
              <a:spcBef>
                <a:spcPts val="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Merancang alur data terdistribusi berbasis Kappa Architecture menggunakan Apache Kafka, Apache Spark, Cassandra, dan Elasticsearch.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9784" y="1920240"/>
            <a:ext cx="19202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600"/>
              </a:spcAft>
              <a:defRPr sz="2600" b="1">
                <a:solidFill>
                  <a:srgbClr val="3B82F6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  <a:latin typeface="Segoe UI"/>
              </a:defRPr>
            </a:pPr>
            <a:r>
              <a:t>Implementasi Komponen</a:t>
            </a:r>
          </a:p>
          <a:p>
            <a:pPr>
              <a:spcBef>
                <a:spcPts val="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Pengkodean terpisah untuk layer data ingestion (Python Producer di Laptop 1), pemrosesan data pipeline (Apache Spark Streaming dan grafana di Laptop 2), serta penyimpanan, penyajian API, pengolahan fitur &amp; klasterisasi, dan visualisasi (Apache Cassandra, Elasticsearch, FastAPI, SMTP Email, dan Streamlit di Laptop 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51776" y="1920240"/>
            <a:ext cx="19202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600"/>
              </a:spcAft>
              <a:defRPr sz="2600" b="1">
                <a:solidFill>
                  <a:srgbClr val="3B82F6"/>
                </a:solidFill>
                <a:latin typeface="Segoe UI"/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  <a:latin typeface="Segoe UI"/>
              </a:defRPr>
            </a:pPr>
            <a:r>
              <a:t>Integrasi &amp; Pengujian End-to-End</a:t>
            </a:r>
          </a:p>
          <a:p>
            <a:pPr>
              <a:spcBef>
                <a:spcPts val="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Menghubungkan seluruh service menggunakan Docker Compose di masing-masing node dan menguji aliran data dari produser hingga ke dashboard visual.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73768" y="1920240"/>
            <a:ext cx="19202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600"/>
              </a:spcAft>
              <a:defRPr sz="2600" b="1">
                <a:solidFill>
                  <a:srgbClr val="3B82F6"/>
                </a:solidFill>
                <a:latin typeface="Segoe UI"/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  <a:latin typeface="Segoe UI"/>
              </a:defRPr>
            </a:pPr>
            <a:r>
              <a:t>Evaluasi</a:t>
            </a:r>
          </a:p>
          <a:p>
            <a:pPr>
              <a:spcBef>
                <a:spcPts val="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Mengukur stabilitas sistem, latensi aliran data, serta kualitas pengelompokan (clustering) melalui metrik evaluasi seperti Silhouette Score dan Outlier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ARSITEKTUR SISTEM TERDISTRIBUSI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32073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  <a:latin typeface="Segoe UI"/>
              </a:defRPr>
            </a:pPr>
            <a:r>
              <a:t>Laptop 1: Data Ingestion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Mengelola antrean pesan terdistribusi berbasis Apache Kafka dan Zookeeper.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Python Producer mengunduh real-time forex rates dari Yahoo Finance API.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Mempublikasikan data dalam bentuk skema JSON ke topik 'forex-raw' setiap 60 detik.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Meminimalkan downtime data ingestion dengan alur asinkron.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1371600"/>
            <a:ext cx="3332073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  <a:latin typeface="Segoe UI"/>
              </a:defRPr>
            </a:pPr>
            <a:r>
              <a:t>Laptop 2: Processing Layer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Menjalankan Apache Spark Cluster (Master-Worker) untuk pengolahan streaming terdistribusi.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Notebook PySpark Structured Streaming mengonsumsi data mentah secara dinamis dari Kafka Laptop 1.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Melakukan parsing tipe data SQL timestamp.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Mengintegrasikan performa pemantauan resource Spark melalui Grafana.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2906" y="1371600"/>
            <a:ext cx="3332073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  <a:latin typeface="Segoe UI"/>
              </a:defRPr>
            </a:pPr>
            <a:r>
              <a:t>Laptop 3: Serving &amp; Storage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Penyimpanan time-series utama menggunakan database Apache Cassandra 5.0.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Audit log dan event indeks anomali disimpan di Elasticsearch 8.14.0.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FastAPI memicu kalkulasi fitur teknis (20-day rolling window) &amp; klasterisasi berkala.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Visualisasi dashboard disajikan secara real-time via Streamlit.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INGESTION &amp; 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Kafka Ingestion Loop (Laptop 1)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Konektivitas stabil ke API Yahoo Finance menggunakan parser library yfinance.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Skema log forex mencakup: currency_pair, ts (timestamp), open, high, low, close, volume.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Kafka bertindak sebagai buffer asinkron dengan konfigurasi partisi topik forex-raw.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Konfigurasi failover broker disesuaikan agar tahan terhadap instabilitas jaringan lokal.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Spark Structured Streaming (Laptop 2)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Koneksi streaming terdistribusi memanfaatkan spark-sql-kafka connector.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Parsing data asinkronus ke Cassandra keyspace 'dedolarisasi' secara kontinyu.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Mecanisme checkpointing lokal untuk menyimpan state aliran Spark saat terjadi disrupsi.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Skrip PySpark memindahkan data mentah ke Cassandra tanpa proses komputasi yang berat.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STORAGE &amp; SERVING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32073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  <a:latin typeface="Segoe UI"/>
              </a:defRPr>
            </a:pPr>
            <a:r>
              <a:t>Apache Cassandra 5.0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Tabel 'forex_rates' didesain optimal untuk data time-series (clustering key ts desc).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Tabel 'features' menyimpan variabel rolling 20 hari untuk machine learning.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Tabel 'clustering_results' &amp; 'notifications' mencatat batch id klasterisasi.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1371600"/>
            <a:ext cx="3332073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  <a:latin typeface="Segoe UI"/>
              </a:defRPr>
            </a:pPr>
            <a:r>
              <a:t>Elasticsearch 8.14.0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Indeks 'cluster-logs' menyimpan log JSON detail hasil analisis.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Memungkinkan pencarian kilat atas riwayat anomali pasar.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Terintegrasi sebagai sistem logging events untuk audit regulator.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2906" y="1371600"/>
            <a:ext cx="3332073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  <a:latin typeface="Segoe UI"/>
              </a:defRPr>
            </a:pPr>
            <a:r>
              <a:t>FastAPI Backend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Menyediakan endpoint query data historis yang efisien.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Memicu logic asinkron kalkulasi fitur rolling saat data rates bertambah.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Menjalankan scheduler periodic task untuk analisis klastering (tiap 5 menit).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LOGIKA KLASTERISASI &amp; DETEKSI OUTLIER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Skema Klasterisasi Asinkron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Fitur utama model: Korelasi 20 hari terhadap DXY (corr_dxy_20d) &amp; CNY (corr_cny_20d).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Cluster 0 (Pro-Dollar): Ditandai jika korelasi DXY &gt; 0.6.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Cluster 2 (Yuan/Mendekati Yuan): Ditandai jika korelasi CNY &gt; 0.6.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Cluster 1 (Transisi): Transisi korelasi ketika tidak dominan ke kutub moneter tertentu.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Silhouette Score dummy dihitung berkisar 0.65-0.75 sebagai indikator kestabilan klaster.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Deteksi Outlier &amp; Volatilitas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Menerapkan prinsip DBSCAN untuk menandai anomali/noise di luar kepadatan pasar.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Ambang batas pencilan dihitung dinamis dari rata-rata volatilitas pasar ASEAN.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Data dikategorikan Outlier (is_outlier=True) jika volatilitas 20d &gt; 2.5x mean pasar.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Perhitungan dilakukan otomatis pada background task FastAPI secara micro-batch.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GAMBARAN ANTARMUKA DASHBOARD STREAMLIT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Lensa Investor (Portofolio)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Perspektif yang disesuaikan untuk analisis portofolio valas &amp; lindung nilai (hedging).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Menampilkan metrik agregat: komposisi sebaran klaster aktif, jumlah pencilan pasar forex.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Daftar mata uang dengan volatilitas tertinggi untuk evaluasi timing perdagangan.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Visualisasi Scatter Plot 2D memetakan posisi mata uang terhadap korelasi DXY dan CNY.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Tabel ringkasan status outlier memandu keputusan strategis rebalancing portofolio.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Lensa Bank Indonesia (Regulator)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Fokus pemantauan stabilitas makro dan mitigasi risiko pelemahan mata uang Rupiah.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Menampilkan metrik kunci: Indeks Kerentanan Rupiah (IKR) dan Peringkat Kerentanan ASEAN.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Visualisasi IKR berupa Gauge Chart dengan 4 zona tingkat keparahan (Aman, Sedang, Waspada, Kritis).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Line Chart tren historis melacak fluktuasi korelasi DXY &amp; volatilitas IDR terhadap zona ambang batas.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Panel Alert Feed menyajikan histori log alarm/event langsung dari Elasticsearch.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SISTEM ALERT &amp; NOTIFIKASI OTOMATIS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Kondisi Trigger Darurat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Volatilitas harian IDR (dihitung dari rasio selisih High-Low terhadap Close) melebihi batas default 0.005.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Algoritma klastering menandai Rupiah sebagai outlier (pencilan volatilitas ekstrim).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Perubahan status level risiko IDR secara ekstrem (misal melompat langsung dari Pro-Yuan ke Pro-Dollar).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Notifikasi SMTP Email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FastAPI menyusun dokumen email HTML dinamis begitu event anomali terjadi.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Mengirim email ke pihak BI (ALERT_EMAIL_BI) &amp; Investor (ALERT_EMAIL_INVESTOR).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Dokumen email memuat: Level bahaya (Waspada/Kritis), nilai volatilitas riil, detail harga forex, dan ID Batch kalkulasi klaster.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HASIL ANALISIS &amp; PEMBAHASAN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Pengelompokan &amp; Ko-pergerakan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SGD dan IDR dominan berada di Cluster Pro-Dollar, membuktikan eratnya keterikatan terhadap USD.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VND dan MYR cenderung mendekati pergerakan Yuan (CNY) karena ikatan dagang regional.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THB dan PHP dikategorikan dalam Cluster Transisi dengan korelasi yang stabil dan seimbang.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Logika outlier berhasil memetakan kepanikan pasar finansial saat terjadi shock suku bunga global.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Kinerja &amp; Latensi Infrastruktur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Pipa aliran Kappa Architecture mencapai rata-rata end-to-end latency di bawah 1.2 detik.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Integrasi VPN Tailscale (Mesh) menjamin transfer data antar node tanpa packet loss.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Pemindahan logika analitik ke FastAPI backend memangkas beban memori pemrosesan Spark.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Utilisasi CPU FastAPI stabil di bawah 5%, mengoptimalkan kapasitas hardware lokal.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KESIMPULAN &amp; SARAN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371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Kesimpulan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Sistem monitoring real-time berbasis Kappa Architecture sukses diimplementasikan lintas 3 laptop.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Pipa data Kafka-Spark Structured Streaming terbukti tangguh memindahkan data forex sub-detik.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Logika kalkulasi otomatis FastAPI &amp; dashboard Streamlit memberikan visualisasi interaktif dua lensa.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Modul alert email (SMTP) berfungsi optimal dalam mendeteksi dan melaporkan volatilitas ekstrim Rupiah.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5255" y="137160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60A5FA"/>
                </a:solidFill>
                <a:latin typeface="Segoe UI"/>
              </a:defRPr>
            </a:pPr>
            <a:r>
              <a:t>Saran Pengembangan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Mengintegrasikan secara dinamis pustaka MLlib Spark (KMeans/DBSCAN) pada pipeline processing.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Menambahkan variabel makroekonomi (suku bunga bank sentral, volume dagang) ke database.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Menerapkan auto-reconnect library pada VPN Tailscale untuk memperkuat reliabilitas jaringan.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Migrasi kontainerisasi Docker lokal ke arsitektur Cloud (AWS/GCP) untuk kebutuhan operasional skala besar.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